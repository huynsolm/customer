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B2A22"/>
                </a:solidFill>
                <a:latin typeface="Malgun Gothic"/>
              </a:defRPr>
            </a:pPr>
            <a:r>
              <a:rPr sz="1600" b="0" i="0" u="none" strike="noStrike">
                <a:solidFill>
                  <a:srgbClr val="1B2A22"/>
                </a:solidFill>
                <a:latin typeface="Malgun Gothic"/>
              </a:rPr>
              <a:t>코드 줄 수 (천 줄)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코드 줄 수 (천)</c:v>
                </c:pt>
              </c:strCache>
            </c:strRef>
          </c:tx>
          <c:spPr>
            <a:solidFill>
              <a:srgbClr val="00B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A22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80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047D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happicare</c:v>
                  </c:pt>
                  <c:pt idx="1">
                    <c:v>happicare_front2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7.1</c:v>
                </c:pt>
                <c:pt idx="1">
                  <c:v>50.9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2A22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A2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B70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B2A22"/>
                </a:solidFill>
                <a:latin typeface="Malgun Gothic"/>
              </a:defRPr>
            </a:pPr>
            <a:r>
              <a:rPr sz="1600" b="0" i="0" u="none" strike="noStrike">
                <a:solidFill>
                  <a:srgbClr val="1B2A22"/>
                </a:solidFill>
                <a:latin typeface="Malgun Gothic"/>
              </a:rPr>
              <a:t>테스트 파일 수 (개)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테스트 파일</c:v>
                </c:pt>
              </c:strCache>
            </c:strRef>
          </c:tx>
          <c:spPr>
            <a:solidFill>
              <a:srgbClr val="00B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A22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80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047D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happicare</c:v>
                  </c:pt>
                  <c:pt idx="1">
                    <c:v>happicare_front2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</c:v>
                </c:pt>
                <c:pt idx="1">
                  <c:v>277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2A22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A2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B70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발표는 같은 HappiCare 문의 서비스를 서로 다른 방식으로 AI와 함께 만든 두 저장소를 비교하는 자리입니다. 무엇이 다르고, 직군별로 무엇을 가져가면 좋은지 정리했습니다. 약 15분 분량입니다.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메시지는 두 가지입니다. happicare는 이미 있는 HTML을 React로 옮긴 고객 화면 프로토타입이고, happicare_front2는 기획 문서를 먼저 쓰고 단계별로 풀스택을 만든 시스템입니다. 우열이 아니라 목적의 차이라는 점을 강조해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happicare는 원본 HTML을 기준으로 AI에게 비교 검수를 시키고 고치는 일을 반복했습니다. docs/request-prompts.md에 그 요청 문구가 남아 있습니다. front2는 Concept, Design, ToDo 문서를 먼저 만들고 phase마다 설계서와 계획서를 쓴 뒤 구현하고 검증했습니다. phase가 1부터 12D까지 약 16쌍입니다.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개발자 분들이 가장 궁금해하실 슬라이드입니다. happicare는 프론트 단독이고 데이터는 브라우저 저장입니다. front2는 NestJS, Prisma, MariaDB, S3 호환 저장소까지 갖춘 모듈형 모놀리스입니다.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 줄 수는 JS와 TS를 합산한 값이고 CSS는 제외했습니다. 테스트 파일은 파일명에 test 또는 spec이 들어간 것입니다. front2는 12일에 293커밋으로 매우 빠르게 쌓였다는 점도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front2에서 단계 0, 즉 CRM 연동 계약과 개인정보 정책이 확정되지 않았다는 점이 가장 큰 남은 일입니다. README가 단계 3까지라고 적혀 있는 것은 오래된 내용이라는 점도 알려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저장소의 관계입니다. happicare는 고객 화면, admin_version2는 관리자 화면 프로토타입, front2는 서버까지 있는 풀스택입니다. admin_version2와 front2가 같은 관리자 화면 명세를 다루고 시기도 앞서므로 프로토타입에서 풀스택으로 발전한 것으로 보이지만 코드를 가져온 흔적은 확인하지 못했습니다. 실제 관계는 작성자에게 확인이 필요하다고 말해 주세요. happicare_admin은 거의 비어 있는 시작 저장소입니다.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admin_version2의 핵심 아이디어입니다. 화면은 mock 함수를 부르지 않고 실제 api 경로로 요청을 보냅니다. MSW가 이를 가로채 localStorage에 저장합니다. 환경변수 VITE_USE_MOCKS를 false로 바꾸면 화면 수정 없이 실제 백엔드로 전환됩니다. mockDelay와 mockStatus 주소 옵션으로 로딩과 오류 화면도 시연할 수 있습니다. 인증, 업로드, 알림, 계정 동기화는 의도적으로 mock으로 남겨 두었습니다.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기획 직군에게는 Concept, Design, ToDo 세 문서가 AI 협업의 핵심 자산이라는 점을 강조합니다. 오른쪽 여섯 항목이 단계 0이며, 이게 정해져야 운영 사용자가 로그인할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퍼블리셔는 tokens.css를 한 번 열어 보면 구조가 바로 이해됩니다. 12C 점검 보고서의 D1부터 D3가 퍼블리셔 판단을 기다리는 항목입니다. 병원 화면 12개 상태는 시안이 없어 Design.md 규칙으로 점검했습니다.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개발자에게는 두 가지 구조 아이디어를 가져가시길 권합니다. 하나는 happicare의 저장소 추상화, 다른 하나는 front2의 모듈 경계와 테스트 밀도입니다. 위험 항목은 합치기 전에 정리해야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 슬라이드입니다. 정답은 목적에 따라 달라집니다. 화면 이식이면 happicare 방식, 새 서비스면 front2 방식입니다.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합치는 방향 제안과 직군별 요청을 정리합니다. 발표 후 각 직군에서 한 가지씩 답을 받으면 좋겠습니다.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질문을 받고, 직군별로 요청 사항에 대한 의견을 한 가지씩 받아 마무리합니다.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B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HappiCare 방식 비교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B7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B7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097280"/>
            <a:ext cx="4206240" cy="4206240"/>
          </a:xfrm>
          <a:prstGeom prst="ellipse">
            <a:avLst/>
          </a:prstGeom>
          <a:solidFill>
            <a:srgbClr val="00B80C">
              <a:alpha val="18000"/>
            </a:srgbClr>
          </a:solidFill>
          <a:ln w="12700">
            <a:solidFill>
              <a:srgbClr val="00B8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291840"/>
            <a:ext cx="2926080" cy="2926080"/>
          </a:xfrm>
          <a:prstGeom prst="ellipse">
            <a:avLst/>
          </a:prstGeom>
          <a:solidFill>
            <a:srgbClr val="00B80C">
              <a:alpha val="35000"/>
            </a:srgbClr>
          </a:solidFill>
          <a:ln w="12700">
            <a:solidFill>
              <a:srgbClr val="00B80C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BE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HappiCare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서비스,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바이브코딩 방식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480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7EB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happicare  ·  happicare_admin_version2  ·  happicare_front2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7EB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기획자 · 웹퍼블리셔 · 개발자를 위한 비교 공유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요약: 옮기는 방식 vs 정의하고 쌓는 방식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00B80C"/>
          </a:solidFill>
          <a:ln w="12700">
            <a:solidFill>
              <a:srgbClr val="00B80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happicare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B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전환 프로토타입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7432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퍼블리싱 HTML을 React로 이식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화면 3개 경로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저장(mock)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72200" y="146304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1783080"/>
            <a:ext cx="502920" cy="502920"/>
          </a:xfrm>
          <a:prstGeom prst="ellipse">
            <a:avLst/>
          </a:prstGeom>
          <a:solidFill>
            <a:srgbClr val="7047D8"/>
          </a:solidFill>
          <a:ln w="12700">
            <a:solidFill>
              <a:srgbClr val="7047D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happicare_front2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B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문의 관리 시스템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27432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→ 설계 → 구현 단계 진행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접수 + 관리자 웹 + API + DB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배포 설정까지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572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00B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12일</a:t>
            </a:r>
            <a:endParaRPr lang="en-US" sz="48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440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B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front2 개발 기간 (09-30~10-11)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4572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00B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7배</a:t>
            </a:r>
            <a:endParaRPr lang="en-US" sz="48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5440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B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코드량 차이 (7천 vs 5만 1천 줄)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046720" y="4572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00B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19배</a:t>
            </a:r>
            <a:endParaRPr lang="en-US" sz="4800" dirty="0"/>
          </a:p>
        </p:txBody>
      </p:sp>
      <p:sp>
        <p:nvSpPr>
          <p:cNvPr id="21" name="Text 18"/>
          <p:cNvSpPr txBox="1"/>
          <p:nvPr/>
        </p:nvSpPr>
        <p:spPr>
          <a:xfrm>
            <a:off x="8046720" y="5440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B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파일 차이 (14 vs 277개)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B7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방식: 검수 반복 vs 단계별 파이프라인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B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happicare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EAF8EA"/>
          </a:solidFill>
          <a:ln w="12700">
            <a:solidFill>
              <a:srgbClr val="EAF8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874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HTML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87452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383280" y="187452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EAF8EA"/>
          </a:solidFill>
          <a:ln w="12700">
            <a:solidFill>
              <a:srgbClr val="EAF8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83280" y="1874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React로 변환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187452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217920" y="187452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EAF8EA"/>
          </a:solidFill>
          <a:ln w="12700">
            <a:solidFill>
              <a:srgbClr val="EAF8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1874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원본과 비교 검수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187452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9052560" y="187452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EAF8EA"/>
          </a:solidFill>
          <a:ln w="12700">
            <a:solidFill>
              <a:srgbClr val="EAF8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052560" y="18745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우선순위별 수정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04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happicare_front2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379476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F0E8FF"/>
          </a:solidFill>
          <a:ln w="12700">
            <a:solidFill>
              <a:srgbClr val="F0E8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7947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문서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Concept·Design·ToDo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468880" y="379476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04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2788920" y="379476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F0E8FF"/>
          </a:solidFill>
          <a:ln w="12700">
            <a:solidFill>
              <a:srgbClr val="F0E8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788920" y="37947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(spec)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709160" y="379476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04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5029200" y="379476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F0E8FF"/>
          </a:solidFill>
          <a:ln w="12700">
            <a:solidFill>
              <a:srgbClr val="F0E8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29200" y="37947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계획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(plan)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949440" y="379476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04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7269480" y="379476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F0E8FF"/>
          </a:solidFill>
          <a:ln w="12700">
            <a:solidFill>
              <a:srgbClr val="F0E8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269480" y="37947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+ 테스트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9189720" y="379476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04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9509760" y="3794760"/>
            <a:ext cx="1920240" cy="1188720"/>
          </a:xfrm>
          <a:prstGeom prst="roundRect">
            <a:avLst>
              <a:gd name="adj" fmla="val 9231"/>
            </a:avLst>
          </a:prstGeom>
          <a:solidFill>
            <a:srgbClr val="F0E8FF"/>
          </a:solidFill>
          <a:ln w="12700">
            <a:solidFill>
              <a:srgbClr val="F0E8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509760" y="37947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· 검증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66B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1~12D까지 설계서·계획서가 쌍으로 쌓였습니다. 문서가 곧 다음 작업의 기준입니다.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B7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 비교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657600"/>
                <a:gridCol w="54864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happicare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happicare_front2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1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프론트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React 19 · Vite 7 · JSX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React 19 · Vite 8 · Router 7 · Tiptap · CSS Modules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Node 22 · NestJS · Prisma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sessionStorage (mock)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MariaDB · Garage(S3 호환)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Node 내장 + Playwright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Vitest · Testing Library · Playwright · axe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품질·배포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npm run check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ESLint · Prettier · GitHub Actions · Docker · Caddy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B7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 비교: 같은 서비스인데 깊이가 다릅니다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463040"/>
          <a:ext cx="5394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B7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완성도: 무엇이 되어 있고 무엇이 남았나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310896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B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happicare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7223760" y="1417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04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happicare_front2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108960" y="19202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1920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+ 권한(SUPPORT/ADMIN)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697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첨부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108960" y="2697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이름·크기만 저장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223760" y="2697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문의·답변·메모·공지 첨부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47472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474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108960" y="3474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223760" y="34747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접수·답변 시 이메일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425196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4251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3108960" y="4251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없음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223760" y="42519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런북·백업·점검 명령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5029200"/>
            <a:ext cx="11064240" cy="640080"/>
          </a:xfrm>
          <a:prstGeom prst="roundRect">
            <a:avLst>
              <a:gd name="adj" fmla="val 17143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5029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일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3108960" y="5029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백엔드·인증·업로드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223760" y="50292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0 정책, 첫 실서버 배포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776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front2의 README는 "단계 3까지"로 오래되어 있지만, 실제로는 12D까지 구현되어 있습니다.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B7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4개의 관계: 프로토타입에서 풀스택으로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EAF8EA"/>
          </a:solidFill>
          <a:ln w="12700">
            <a:solidFill>
              <a:srgbClr val="EAF8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B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happicare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화면 이식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B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8/25 ~ 10/13 · 커밋 12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sessionStorage mock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023360" y="24688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B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343400" y="155448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FFF1D7"/>
          </a:solidFill>
          <a:ln w="12700">
            <a:solidFill>
              <a:srgbClr val="FFF1D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772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776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happicare_admin_version2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프로토타입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B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9/6 ~ 9/20 · 커밋 8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MSW mock · 계약 정의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24688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B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8138160" y="155448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F0E8FF"/>
          </a:solidFill>
          <a:ln w="12700">
            <a:solidFill>
              <a:srgbClr val="F0E8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04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happicare_front2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412480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풀스택 시스템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B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9/30 ~ 10/11 · 커밋 293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NestJS · MariaDB · 배포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4709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happicare_admin: README 한 줄뿐인 빈 저장소(커밋 1개, 9/4). 보관할지 삭제할지 정리가 필요합니다.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166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76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admin_version2와 front2는 같은 관리자 화면 명세를 다룹니다. 코드를 가져온 흔적은 확인하지 못했습니다.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B7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MSW: 서버 없이 실제 HTTP처럼 개발하기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508760"/>
            <a:ext cx="3108960" cy="777240"/>
          </a:xfrm>
          <a:prstGeom prst="roundRect">
            <a:avLst>
              <a:gd name="adj" fmla="val 14118"/>
            </a:avLst>
          </a:prstGeom>
          <a:solidFill>
            <a:srgbClr val="EAF8EA"/>
          </a:solidFill>
          <a:ln w="12700">
            <a:solidFill>
              <a:srgbClr val="EAF8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08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58568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B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3108960" cy="777240"/>
          </a:xfrm>
          <a:prstGeom prst="roundRect">
            <a:avLst>
              <a:gd name="adj" fmla="val 14118"/>
            </a:avLst>
          </a:prstGeom>
          <a:solidFill>
            <a:srgbClr val="EAF8EA"/>
          </a:solidFill>
          <a:ln w="12700">
            <a:solidFill>
              <a:srgbClr val="EAF8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560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/api/* 요청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10128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B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3611880"/>
            <a:ext cx="3108960" cy="777240"/>
          </a:xfrm>
          <a:prstGeom prst="roundRect">
            <a:avLst>
              <a:gd name="adj" fmla="val 14118"/>
            </a:avLst>
          </a:prstGeom>
          <a:solidFill>
            <a:srgbClr val="FFF1D7"/>
          </a:solidFill>
          <a:ln w="12700">
            <a:solidFill>
              <a:srgbClr val="FFF1D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611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MSW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361688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B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4663440"/>
            <a:ext cx="3108960" cy="777240"/>
          </a:xfrm>
          <a:prstGeom prst="roundRect">
            <a:avLst>
              <a:gd name="adj" fmla="val 14118"/>
            </a:avLst>
          </a:prstGeom>
          <a:solidFill>
            <a:srgbClr val="EAF8EA"/>
          </a:solidFill>
          <a:ln w="12700">
            <a:solidFill>
              <a:srgbClr val="EAF8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663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760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B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실서버 전환 시 MSW 단계만 빠집니다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508760"/>
          <a:ext cx="74066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38912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1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VITE_USE_MOCKS=true (기본)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MSW가 가짜 서버처럼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VITE_USE_MOCKS=false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수정 없이 실제 백엔드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?mockDelay=1500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 1.5초 지연 → 로딩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?mockStatus=500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요청 실패 → 오류 화면 (400·403·404·409·422·500)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4206240" y="53949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776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인증·파일 업로드·알림·계정 동기화는 의도적으로 mock으로 남겨 두었습니다.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B7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기획자: 문서가 곧 구현 기준입니다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F0E8FF"/>
          </a:solidFill>
          <a:ln w="12700">
            <a:solidFill>
              <a:srgbClr val="F0E8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04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볼 것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03120"/>
            <a:ext cx="2926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Concept.md: 목적·사용자·화면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ToDo.md 단계 0: 확정할 정책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design/ 시안 PNG 약 35장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admin_version2/static-html: 설치 없이 여는 데모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20624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0E8FF"/>
          </a:solidFill>
          <a:ln w="12700">
            <a:solidFill>
              <a:srgbClr val="F0E8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8056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04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210312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문서를 먼저 쓰면 AI 결과의 방향이 흔들리지 않습니다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HTML 기준(happicare)으로는 담당자 배정·답변 관리 같은 새 요구를 다룰 수 없습니다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955280" y="146304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F0E8FF"/>
          </a:solidFill>
          <a:ln w="12700">
            <a:solidFill>
              <a:srgbClr val="F0E8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04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결정이 필요한 항목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210312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CRM 자동 로그인 방식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인증·권한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 유형별 필수 항목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첨부·개인정보 정책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이메일·문자 발송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메디세이 계정 동기화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B7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웹퍼블리셔: 토큰과 접근성이 자산입니다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EAF8EA"/>
          </a:solidFill>
          <a:ln w="12700">
            <a:solidFill>
              <a:srgbClr val="EAF8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B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볼 것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03120"/>
            <a:ext cx="2926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styles/tokens.css: 색·글꼴·간격 변수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docs/quality/12c-screen-audit.md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happicare/public/legacy: 원본 퍼블리싱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20624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EAF8EA"/>
          </a:solidFill>
          <a:ln w="12700">
            <a:solidFill>
              <a:srgbClr val="EAF8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8056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B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210312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happicare: app.css 한 파일(약 970줄), 원본 모양 유지에 유리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front2: 디자인 토큰 + CSS Modules, 브랜드 초록 #00B80C와 상태 색을 변수로 관리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axe 접근성·키보드·반응형 검사가 테스트에 포함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admin_version2: design-log와 ?mockStatus로 상태 화면 확인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955280" y="146304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EAF8EA"/>
          </a:solidFill>
          <a:ln w="12700">
            <a:solidFill>
              <a:srgbClr val="EAF8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B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결정이 필요한 항목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210312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 색 대비 AA(4.5:1) 미달 10쌍, 브랜드 색 확정 후 조정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 Tab 순서: 내부 관리 패널이 본문 뒤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 설정 화면 저장 버튼 고정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화면 시안 보강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B7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개발자: 계층 분리와 검증 자동화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E4F2FF"/>
          </a:solidFill>
          <a:ln w="12700">
            <a:solidFill>
              <a:srgbClr val="E4F2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77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볼 것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03120"/>
            <a:ext cx="2926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apps/api/src/domain/*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apps/web/src/features/*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prisma/schema.prisma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docs/ops/runbook.md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20624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E4F2FF"/>
          </a:solidFill>
          <a:ln w="12700">
            <a:solidFill>
              <a:srgbClr val="E4F2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8056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77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210312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happicare: DataSource·Mapper·Repository로 저장소 교체 가능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front2: 모듈형 모놀리스, 모델 22개, 마이그레이션 14개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전이·감사 로그·알림 대기열은 서버가 책임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테스트 64개·API spec 104개, CI 분리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admin_version2: MSW로 프론트·백엔드 병렬 개발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955280" y="146304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E4F2FF"/>
          </a:solidFill>
          <a:ln w="12700">
            <a:solidFill>
              <a:srgbClr val="E4F2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77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부채와 위험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210312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웹이 TypeScript가 아니라 JSX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운영 항목 미결(바이러스 검사, 보관·파기)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간 API 규격이 다름, 관리자 화면 중복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0 전에는 운영 로그인 불가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B7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방식을 언제 쓸까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463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있는 화면을 React로 옮긴다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212080" y="164592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00B80C"/>
          </a:solidFill>
          <a:ln w="12700">
            <a:solidFill>
              <a:srgbClr val="00B80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212080" y="1645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happicare 방식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1463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B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원본을 기준으로 두고 비교 검수 반복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5603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서비스를 처음부터 만든다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212080" y="274320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7047D8"/>
          </a:solidFill>
          <a:ln w="12700">
            <a:solidFill>
              <a:srgbClr val="7047D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1208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front2 방식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2560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B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→ 설계 → 계획 → 구현 → 검증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6576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3657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팀원에게 개념을 가르친다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212080" y="384048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00B80C"/>
          </a:solidFill>
          <a:ln w="12700">
            <a:solidFill>
              <a:srgbClr val="00B80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21208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happicare 자료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589520" y="3657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B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가이드·발표 대본 구성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4754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47548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운영까지 고려한다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212080" y="493776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7047D8"/>
          </a:solidFill>
          <a:ln w="12700">
            <a:solidFill>
              <a:srgbClr val="7047D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212080" y="4937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front2 방식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589520" y="47548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B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CI·런북·점검 스크립트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B7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합친다면, 그리고 팀에 요청할 결정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449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B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합치는 방향 (제안)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0312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happicare의 셀프 해결 가이드·FAQ·4단계 위저드를 front2 병원 화면으로 이식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계약 문서와 실제 API 응답 형식 통일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 유형 정의(wizardSchemas.js, InquiryCategory)를 하나로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0 확정 후 CRM 연동과 첫 배포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309360" y="1417320"/>
            <a:ext cx="5303520" cy="1417320"/>
          </a:xfrm>
          <a:prstGeom prst="roundRect">
            <a:avLst>
              <a:gd name="adj" fmla="val 7742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047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20574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0 여섯 정책의 확정 일정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3017520"/>
            <a:ext cx="5303520" cy="1417320"/>
          </a:xfrm>
          <a:prstGeom prst="roundRect">
            <a:avLst>
              <a:gd name="adj" fmla="val 7742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3200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B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퍼블리싱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3657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원본 색 확정, 병원 화면 시안 보강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309360" y="4617720"/>
            <a:ext cx="5303520" cy="1417320"/>
          </a:xfrm>
          <a:prstGeom prst="roundRect">
            <a:avLst>
              <a:gd name="adj" fmla="val 7742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0" y="4800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77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5257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통합 여부, 관리자 화면 기준 저장소, 웹 TypeScript 전환 여부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B7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질문과 토론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7472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7EB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위치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7EB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happicare_front2: Concept.md · Design.md · ToDo.md · docs/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7EB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happicare: docs/ · docs/API_CONTRACT.md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ppiCare">
  <a:themeElements>
    <a:clrScheme name="HappiCare">
      <a:dk1>
        <a:srgbClr val="1B2A22"/>
      </a:dk1>
      <a:lt1>
        <a:srgbClr val="FFFFFF"/>
      </a:lt1>
      <a:dk2>
        <a:srgbClr val="0F3D1F"/>
      </a:dk2>
      <a:lt2>
        <a:srgbClr val="F1F6F2"/>
      </a:lt2>
      <a:accent1>
        <a:srgbClr val="00B80C"/>
      </a:accent1>
      <a:accent2>
        <a:srgbClr val="7047D8"/>
      </a:accent2>
      <a:accent3>
        <a:srgbClr val="B77600"/>
      </a:accent3>
      <a:accent4>
        <a:srgbClr val="2477B3"/>
      </a:accent4>
      <a:accent5>
        <a:srgbClr val="C93636"/>
      </a:accent5>
      <a:accent6>
        <a:srgbClr val="666B70"/>
      </a:accent6>
      <a:hlink>
        <a:srgbClr val="2477B3"/>
      </a:hlink>
      <a:folHlink>
        <a:srgbClr val="7047D8"/>
      </a:folHlink>
    </a:clrScheme>
    <a:fontScheme name="HappiCar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HappiCare 두 가지 바이브코딩 방식 비교</dc:title>
  <dc:subject>PptxGenJS Presentation</dc:subject>
  <dc:creator>HappiCare</dc:creator>
  <cp:lastModifiedBy>HappiCare</cp:lastModifiedBy>
  <cp:revision>1</cp:revision>
  <dcterms:created xsi:type="dcterms:W3CDTF">2026-10-26T00:06:41Z</dcterms:created>
  <dcterms:modified xsi:type="dcterms:W3CDTF">2026-10-26T00:06:41Z</dcterms:modified>
</cp:coreProperties>
</file>